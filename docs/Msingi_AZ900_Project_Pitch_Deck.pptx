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37160" cy="4754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&amp; CLOUD ACCELERATION • AZ-900 PREPARATION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Msingi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Cloud Success in Africa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AI-powered, culturally-grounded exam preparation platform built to empower 1 Million African developers to master and pass the Microsoft Azure Fundamentals (AZ-900) certification.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45720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572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2026 Microsoft Syllabus Aligned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45720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4572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Offline PWA Capable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45720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4572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African Analogies &amp; Languages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03920" y="45720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572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Rafiki Gemini AI Tutor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5852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App: https://msingi-app.vercel.app  •  Open-Source on GitHub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Certification Barrier for African Cloud Talent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2004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Cultural Disconnect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cloud training materials use foreign enterprise analogies (US banking, Silicon Valley retail) that do not resonate with African tech learners starting their cloud journey.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645920"/>
            <a:ext cx="3200400" cy="1097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Exam Failure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20040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$99–$165 USD per attempt, failing an AZ-900 exam represents 25–40% of an entry-level African developer’s monthly income. Rote memorization without true comprehension leads to costly exam retakes.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164592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645920"/>
            <a:ext cx="32004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95528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&amp; Bandwidth Barriers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320040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video-based courses (Coursera, Udemy) require continuous high-speed data. Frequent mobile data cutoffs and load shedding disrupt continuous learning momentum across the continent.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Msingi: Culturally Grounded, AI-Powered Exam Mastery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93776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African-Centered Mental Models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abstract cloud concepts into vivid, intuitive African analogies: CapEx vs OpEx via generators vs prepaid electricity tokens; Availability Zones via matatu/danfo transport fleets; Shared Responsibility via apartment tenancy.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493776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Rafiki AI: 24/7 Contextual Study Buddy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Google Gemini with strict AZ-900 curriculum guardrails. Multilingual in English, Kiswahili, Sheng, and Nigerian Pidgin. Responds with official Microsoft terminology while breaking down complex questions with voice synthesis.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493776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31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Offline-First Mobile PWA 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as a lightweight Progressive Web App that works seamlessly offline in unstable network conditions. Zero layout shifts (CLS = 0), low-power throttling, and localStorage data persistence.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3749040"/>
            <a:ext cx="493776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931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Calibrated Readiness Score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38912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false confidence with a Bayesian readiness algorithm weighted to Microsoft’s exact July 2026 syllabus outline (25-30% Concepts, 35-40% Architecture, 30-35% Governance).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Scientifically Engineered Study Engines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Readiness Gauge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Domain-weighted readiness score (0–100%)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Topic-level mastery heatmaps across 15 skills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4846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weak concepts and auto-generates drill 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RECALL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SM-2 Spaced Repetition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SuperMemo-2 spaced interval scheduling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0" y="3931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African analogy cards with "Why It Matters" tips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4846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retention queues to eliminate last-minute cramming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164592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Mock Exams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40-question randomized mock exams with 45-min timer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3931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Shuffled answer choices across A, B, C, and D positions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4846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rationale breakdowns for every option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49640" y="164592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STUDY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77824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Notes &amp; Checkpoints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7824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 structured topics picked directly from Microsoft Learn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78240" y="3931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knowledge checkpoints with +25 XP rewards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78240" y="4846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Milestone achievement badges (Explorer to Scholar)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Rafiki AI: Context-Aware African Study Companion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Course Scope Guardrails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Rafiki recognizes non-cloud questions (sports, cooking, general coding) and politely alerts the student to stay focused on the official AZ-900 syllabus while welcoming friendly greetings.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African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switches tone between English, Kiswahili (Jambo rafiki!), Sheng (Niaje msee!), and Nigerian Pidgin (How far my person!) while preserving technical English terms required on the exam.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Synthesis &amp; Quick Actions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Web Speech API read-aloud functionality for auditory learners and low-literacy accessibility, alongside one-click copy to clipboard and issue reporting.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1E293B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RAFIKI ANALOGY IN 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240280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2402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"Explain the Shared Responsibility Model simply."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971800"/>
            <a:ext cx="47548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63240"/>
            <a:ext cx="43891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Rafiki: "Think of renting an apartment in Nairobi or Lagos: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Landlord (Microsoft): Maintains the building foundations, concrete walls, security perimeter, and power backup.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(The Tenant): ALWAYS 100% responsible for locking your door, keeping your safe secure, and who you give keys to (Your Data, Identities, and Devices).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Watch: In SaaS (like Microsoft 365), you ALWAYS own data security!"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CURRICULUM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Aligned to Microsoft AZ-900 Skills Measured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200400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Cloud Concepts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Weight: 25% – 30%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Cloud computing definitions &amp; economics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Shared responsibility model across IaaS/PaaS/SaaS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Public, private, hybrid, and multi-cloud models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Consumption-based pricing: CapEx vs. OpEx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Benefits: High Availability, Scalability, Elasticity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64592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645920"/>
            <a:ext cx="320040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Architecture &amp; Services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Weight: 35% – 40%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Regions, Availability Zones, and Region Pairs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Management Groups, Subscriptions &amp; Resource Groups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Compute: VMs, App Services, Functions, ACI, AKS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Storage: Blob, Files, Disks, Tiers &amp; Redundancy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4937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Networking: VNets, Subnets, VPN, ExpressRoute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5394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Identity: Microsoft Entra ID &amp; Zero Trust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164592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320040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Management &amp; Governance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5528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Weight: 30% – 35%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Cost Management, Pricing &amp; TCO Calculators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5528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Azure Policy vs. RBAC vs. Resource Locks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5528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Azure Monitor, Log Analytics &amp; Service Health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Microsoft Defender for Cloud &amp; Purview compliance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55280" y="4937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Trust Center &amp; Service Trust Portal audits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EXCELLENCE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Front-End Engineering &amp; Motion Graphics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&amp; Vite React 18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component architecture with strict TypeScript typing, sub-second hot reload, and production bundling.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 Design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frosted glass surfaces with backdrop-filter blur, WCAG 2.1 AA verified contrast, and full Dark Mode.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Motion Graphics Backdrop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GPU-accelerated ambient aurora glows, panning African textile grids, continuous bottom waves, and floating bubbles.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374904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AI &amp; Offline Resilience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434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Serverless Edge Functions powering Gemini AI, paired with an offline rule engine when data is unavailable.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&amp; SOCIAL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the Next Generation of African Cloud Builders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700M+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Sub-Saharan Youth Population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youngest and fastest growing digital workforce.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64592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Million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8056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 Developers Initiative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4747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cohort entering global cloud and AI careers by 2030.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64592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$90K+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9552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Cloud Average Salary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34747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certification accelerates earning power and upward mobility.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Milestones &amp; Strategic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• COMPLETED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Core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AZ-900 syllabus mapping &amp; verified question bank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Bayesian exam readiness gauge with domain weight calibration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SuperMemo-2 spaced repetition flashcards algorithm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Rafiki AI study buddy with multilingual African analogies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 structured notes with +25 XP gamification checkpoints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5349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Glassmorphic UI design system with Darker Mode settings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64592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NEXT 60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Peer Collaboration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peer study circles &amp; mock exam multiplayer battles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Audio-first flashcard podcasts for low-bandwidth commuters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University and developer hub leaderboard integrations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to Microsoft Azure Administrator (AZ-104) syllabus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164592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• NEXT 180 DAYS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Institutional Partnerships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528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upskilling dashboards for African tech startups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Partnerships with universities in Kenya, Nigeria, Rwanda &amp; SA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Voucher sponsorship matching for underrepresented learners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to multi-cloud fundamentals (AWS Cloud Practitioner &amp; GCP)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8961120" cy="475488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280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MISSION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0" y="1737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Africa's Cloud-Certified Future Together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1168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Msingi is ready to scale across developer communities, student clubs, and tech bootcamps. Partner with us to sponsor exam vouchers, integrate curriculum, or support the open-source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37490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Application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https://msingi-app.vercel.app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37490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GitHub Codebase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https://github.com/Samkimiri/Msingi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0" y="37490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Target Exam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2376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AZ-900 (2026 Aligned)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0" y="5029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Msingi Initiative • Built for #1MillionDevs African Tech Ecosystem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Msingi Cloud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Msingi - Professional Project Pitch Deck</dc:title>
  <dc:subject>Microsoft Azure Fundamentals (AZ-900) Exam Prep for African Learners</dc:subject>
  <dc:creator>Msingi Initiative</dc:creator>
  <cp:lastModifiedBy>Msingi Initiative</cp:lastModifiedBy>
  <cp:revision>1</cp:revision>
  <dcterms:created xsi:type="dcterms:W3CDTF">2026-10-23T15:54:19Z</dcterms:created>
  <dcterms:modified xsi:type="dcterms:W3CDTF">2026-10-23T15:54:19Z</dcterms:modified>
</cp:coreProperties>
</file>